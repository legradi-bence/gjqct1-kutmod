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9"/>
  </p:notesMasterIdLst>
  <p:handoutMasterIdLst>
    <p:handoutMasterId r:id="rId10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 rtl="0">
      <a:defRPr lang="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4529"/>
    <a:srgbClr val="2B3922"/>
    <a:srgbClr val="2E3722"/>
    <a:srgbClr val="FCF7F1"/>
    <a:srgbClr val="B8D233"/>
    <a:srgbClr val="5CC6D6"/>
    <a:srgbClr val="F8D22F"/>
    <a:srgbClr val="F03F2B"/>
    <a:srgbClr val="3488A0"/>
    <a:srgbClr val="579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26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átum hely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814DCE5-411A-4E42-AD3C-2494A4EAE779}" type="datetime1">
              <a:rPr lang="hu-HU" smtClean="0"/>
              <a:t>2025. 12. 08.</a:t>
            </a:fld>
            <a:endParaRPr lang="en-US" dirty="0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7ACF5E7-ACB0-497B-A8C6-F2E617B46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3396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9368516-3842-4620-B9B3-67F535CB3A5D}" type="datetime1">
              <a:rPr lang="hu-HU" smtClean="0"/>
              <a:t>2025. 12. 08.</a:t>
            </a:fld>
            <a:endParaRPr lang="en-US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hu"/>
              <a:t>Mintaszöveg szerkesztése</a:t>
            </a:r>
            <a:endParaRPr lang="en-US"/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7A705E3-E620-489D-9973-6221209A4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581830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églalap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 useBgFill="1">
        <p:nvSpPr>
          <p:cNvPr id="10" name="Téglalap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hu-HU"/>
          </a:p>
        </p:txBody>
      </p:sp>
      <p:sp>
        <p:nvSpPr>
          <p:cNvPr id="11" name="Téglalap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15" name="Téglalap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grpSp>
        <p:nvGrpSpPr>
          <p:cNvPr id="7" name="Csoport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Egyenes összekötő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Egyenes összekötő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Egyenes összekötő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rtlCol="0" anchor="ctr">
            <a:noAutofit/>
          </a:bodyPr>
          <a:lstStyle>
            <a:lvl1pPr algn="ctr">
              <a:lnSpc>
                <a:spcPct val="83000"/>
              </a:lnSpc>
              <a:defRPr lang="en-US" sz="60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20" name="Dátum helye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 rtlCol="0"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fld id="{E8BDBE0D-D7BD-4B72-8656-1BA1EE15204D}" type="datetime1">
              <a:rPr lang="hu-HU" smtClean="0"/>
              <a:t>2025. 12. 08.</a:t>
            </a:fld>
            <a:endParaRPr lang="en-US" dirty="0"/>
          </a:p>
        </p:txBody>
      </p:sp>
      <p:sp>
        <p:nvSpPr>
          <p:cNvPr id="21" name="Élőláb helye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22" name="Dia számának helye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B7A52B9-A8AB-438E-B534-4C40C3A9E74F}" type="datetime1">
              <a:rPr lang="hu-HU" smtClean="0"/>
              <a:t>2025. 12. 08.</a:t>
            </a:fld>
            <a:endParaRPr lang="en-US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églalap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 useBgFill="1">
        <p:nvSpPr>
          <p:cNvPr id="23" name="Téglalap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Téglalap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Téglalap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rtlCol="0" anchor="ctr">
            <a:noAutofit/>
          </a:bodyPr>
          <a:lstStyle>
            <a:lvl1pPr algn="ctr">
              <a:lnSpc>
                <a:spcPct val="83000"/>
              </a:lnSpc>
              <a:defRPr lang="en-US" sz="60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grpSp>
        <p:nvGrpSpPr>
          <p:cNvPr id="16" name="Csoport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Egyenes összekötő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Egyenes összekötő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Egyenes összekötő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rtlCol="0"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 rtlCol="0"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rtl="0"/>
            <a:fld id="{F11F62F7-5E21-4DF6-AD45-F2360C22BAAE}" type="datetime1">
              <a:rPr lang="hu-HU" smtClean="0"/>
              <a:t>2025. 12. 08.</a:t>
            </a:fld>
            <a:endParaRPr lang="en-US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ét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ím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AD0CF7-F942-4A78-BD5B-565FEA1F0330}" type="datetime1">
              <a:rPr lang="hu-HU" smtClean="0"/>
              <a:t>2025. 12. 08.</a:t>
            </a:fld>
            <a:endParaRPr lang="en-US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hu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hu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2B1E64E-AF4C-4D8A-B1A2-6376454CC97D}" type="datetime1">
              <a:rPr lang="hu-HU" smtClean="0"/>
              <a:t>2025. 12. 08.</a:t>
            </a:fld>
            <a:endParaRPr lang="en-US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D377358-1C37-4F07-9A78-BAC0F950DA57}" type="datetime1">
              <a:rPr lang="hu-HU" smtClean="0"/>
              <a:t>2025. 12. 08.</a:t>
            </a:fld>
            <a:endParaRPr lang="en-US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FCB3493-9A23-4FBB-AEE0-C0E6D5F3648B}" type="datetime1">
              <a:rPr lang="hu-HU" smtClean="0"/>
              <a:t>2025. 12. 08.</a:t>
            </a:fld>
            <a:endParaRPr lang="en-US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églalap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 rtlCol="0"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8" name="Dátum helye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C45F6E80-D825-48C2-9648-1D1B31372F92}" type="datetime1">
              <a:rPr lang="hu-HU" smtClean="0"/>
              <a:t>2025. 12. 08.</a:t>
            </a:fld>
            <a:endParaRPr lang="en-US"/>
          </a:p>
        </p:txBody>
      </p:sp>
      <p:sp>
        <p:nvSpPr>
          <p:cNvPr id="9" name="Élőláb helye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endParaRPr lang="en-US"/>
          </a:p>
        </p:txBody>
      </p:sp>
      <p:sp>
        <p:nvSpPr>
          <p:cNvPr id="11" name="Dia számának helye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églalap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Kép helyőrzője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 rtlCol="0"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rtl="0"/>
            <a:fld id="{8977A4C8-8FD0-44EA-A473-E0338D05B7ED}" type="datetime1">
              <a:rPr lang="hu-HU" smtClean="0"/>
              <a:t>2025. 12. 08.</a:t>
            </a:fld>
            <a:endParaRPr lang="en-US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 rtlCol="0"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 rtl="0"/>
            <a:endParaRPr lang="en-US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rtlCol="0"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8164A21-2A73-421C-B26A-59E41BBEFBEB}" type="datetime1">
              <a:rPr lang="hu-HU" smtClean="0"/>
              <a:t>2025. 12. 08.</a:t>
            </a:fld>
            <a:endParaRPr lang="en-US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 rtlCol="0"/>
          <a:lstStyle/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 rtlCol="0"/>
          <a:lstStyle/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27CBEE9-063A-466D-A69B-CD20FA75015F}" type="datetime1">
              <a:rPr lang="hu-HU" smtClean="0"/>
              <a:t>2025. 12. 08.</a:t>
            </a:fld>
            <a:endParaRPr lang="en-US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Téglalap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7" name="Téglalap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hu-HU"/>
          </a:p>
        </p:txBody>
      </p:sp>
      <p:sp>
        <p:nvSpPr>
          <p:cNvPr id="8" name="Téglalap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hu"/>
              <a:t>Mintacím stílusának szerkesztése</a:t>
            </a:r>
            <a:endParaRPr lang="en-US" dirty="0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hu"/>
              <a:t>Mintaszöveg szerkesztése</a:t>
            </a:r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0150E88-5DA4-48FE-971C-3A8E0386704F}" type="datetime1">
              <a:rPr lang="hu-HU" smtClean="0"/>
              <a:t>2025. 12. 08.</a:t>
            </a:fld>
            <a:endParaRPr lang="en-US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 descr="Egy embléma közelképe&#10;&#10;Automatikusan létrehozott leírás">
            <a:extLst>
              <a:ext uri="{FF2B5EF4-FFF2-40B4-BE49-F238E27FC236}">
                <a16:creationId xmlns:a16="http://schemas.microsoft.com/office/drawing/2014/main" id="{8045422F-7258-40AC-BD2E-2469AA4489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82" name="Téglalap 81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84" name="Téglalap 83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3" y="2355458"/>
            <a:ext cx="4775075" cy="1630907"/>
          </a:xfrm>
        </p:spPr>
        <p:txBody>
          <a:bodyPr rtlCol="0">
            <a:normAutofit/>
          </a:bodyPr>
          <a:lstStyle/>
          <a:p>
            <a:pPr rtl="0"/>
            <a:r>
              <a:rPr lang="hu" sz="4400" dirty="0">
                <a:solidFill>
                  <a:schemeClr val="tx1"/>
                </a:solidFill>
              </a:rPr>
              <a:t>Random forest becslés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3793" y="3995988"/>
            <a:ext cx="4775075" cy="559656"/>
          </a:xfrm>
        </p:spPr>
        <p:txBody>
          <a:bodyPr rtlCol="0">
            <a:normAutofit/>
          </a:bodyPr>
          <a:lstStyle/>
          <a:p>
            <a:pPr rtl="0">
              <a:spcAft>
                <a:spcPts val="600"/>
              </a:spcAft>
            </a:pPr>
            <a:r>
              <a:rPr lang="hu-HU" dirty="0">
                <a:solidFill>
                  <a:schemeClr val="tx1"/>
                </a:solidFill>
              </a:rPr>
              <a:t>L</a:t>
            </a:r>
            <a:r>
              <a:rPr lang="hu" dirty="0">
                <a:solidFill>
                  <a:schemeClr val="tx1"/>
                </a:solidFill>
              </a:rPr>
              <a:t>oL meccsek</a:t>
            </a:r>
          </a:p>
        </p:txBody>
      </p:sp>
    </p:spTree>
    <p:extLst>
      <p:ext uri="{BB962C8B-B14F-4D97-AF65-F5344CB8AC3E}">
        <p14:creationId xmlns:p14="http://schemas.microsoft.com/office/powerpoint/2010/main" val="2584280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925C5AD-7D49-233C-75CB-9E7882EB8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League of </a:t>
            </a:r>
            <a:r>
              <a:rPr lang="hu-HU" dirty="0" err="1"/>
              <a:t>Legends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81A2E6F-6E95-94C8-B469-D6D4A382D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400" b="1" dirty="0"/>
              <a:t>MOBA számítógépes játék</a:t>
            </a:r>
          </a:p>
          <a:p>
            <a:r>
              <a:rPr lang="hu-HU" sz="2400" b="1" dirty="0"/>
              <a:t>5v5 játékos</a:t>
            </a:r>
          </a:p>
          <a:p>
            <a:r>
              <a:rPr lang="hu-HU" sz="2400" b="1" dirty="0" err="1"/>
              <a:t>Champions</a:t>
            </a:r>
            <a:endParaRPr lang="hu-HU" sz="2400" b="1" dirty="0"/>
          </a:p>
          <a:p>
            <a:r>
              <a:rPr lang="hu-HU" sz="2400" b="1" dirty="0" err="1"/>
              <a:t>Objektívák</a:t>
            </a:r>
            <a:endParaRPr lang="hu-HU" sz="1600" b="1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EB35F48-2160-8E71-69DE-9EB3031D4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B7A52B9-A8AB-438E-B534-4C40C3A9E74F}" type="datetime1">
              <a:rPr lang="hu-HU" smtClean="0"/>
              <a:t>2025. 12. 08.</a:t>
            </a:fld>
            <a:endParaRPr lang="en-US"/>
          </a:p>
        </p:txBody>
      </p:sp>
      <p:pic>
        <p:nvPicPr>
          <p:cNvPr id="6" name="Kép 5" descr="A képen szöveg, Számítógépes játék, fikció, Akciófilm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F80CFC02-C99E-63F9-EE36-CE8ABAEC90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7053" y="374904"/>
            <a:ext cx="4839635" cy="2773362"/>
          </a:xfrm>
          <a:prstGeom prst="rect">
            <a:avLst/>
          </a:prstGeom>
        </p:spPr>
      </p:pic>
      <p:pic>
        <p:nvPicPr>
          <p:cNvPr id="8" name="Kép 7" descr="A képen művészet, térkép, festmény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8ED473C1-1648-B38B-3186-970BEE9494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7053" y="2958756"/>
            <a:ext cx="4834331" cy="3442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22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3602280-116F-88A4-73FE-C96510A51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Kaggle</a:t>
            </a:r>
            <a:r>
              <a:rPr lang="hu-HU" dirty="0"/>
              <a:t> adathalmaz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F35C171-DB87-6958-B2D0-351143127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sz="2400" b="1" dirty="0"/>
              <a:t>~ 50.000 meccs</a:t>
            </a:r>
          </a:p>
          <a:p>
            <a:r>
              <a:rPr lang="hu-HU" sz="2400" b="1" dirty="0"/>
              <a:t>Rengeteg attribútum</a:t>
            </a:r>
          </a:p>
          <a:p>
            <a:r>
              <a:rPr lang="hu-HU" sz="2400" b="1" dirty="0"/>
              <a:t>Közel teljes adathalmaz</a:t>
            </a:r>
          </a:p>
          <a:p>
            <a:endParaRPr lang="hu-HU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266B70E-3CC3-8663-5DC3-892053675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B7A52B9-A8AB-438E-B534-4C40C3A9E74F}" type="datetime1">
              <a:rPr lang="hu-HU" smtClean="0"/>
              <a:t>2025. 12. 08.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089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CBC71E9-8312-FCF5-B5DA-158C19A73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Meccsek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D482AA5-79FC-82E0-9A45-2B41156C5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sz="2400" b="1" dirty="0"/>
              <a:t>Közel azonos erősségű csapatok</a:t>
            </a:r>
          </a:p>
          <a:p>
            <a:r>
              <a:rPr lang="hu-HU" sz="2400" b="1" dirty="0"/>
              <a:t>30p köré gyűlnek a meccshosszok</a:t>
            </a:r>
          </a:p>
          <a:p>
            <a:r>
              <a:rPr lang="hu-HU" sz="2400" b="1" dirty="0"/>
              <a:t>Tipp: a játék közepén dől el ki fog nyerni</a:t>
            </a:r>
          </a:p>
          <a:p>
            <a:endParaRPr lang="hu-HU" dirty="0"/>
          </a:p>
          <a:p>
            <a:endParaRPr lang="hu-HU" sz="2400" b="1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42E4463-1A96-DC0B-BDFF-C0B62F431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B7A52B9-A8AB-438E-B534-4C40C3A9E74F}" type="datetime1">
              <a:rPr lang="hu-HU" smtClean="0"/>
              <a:t>2025. 12. 08.</a:t>
            </a:fld>
            <a:endParaRPr lang="en-US"/>
          </a:p>
        </p:txBody>
      </p:sp>
      <p:pic>
        <p:nvPicPr>
          <p:cNvPr id="6" name="Kép 5" descr="A képen szöveg, képernyőkép, Téglalap, diagram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7B1182D8-0875-C18A-66A1-07B738B604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6499" y="457200"/>
            <a:ext cx="3594650" cy="2861048"/>
          </a:xfrm>
          <a:prstGeom prst="rect">
            <a:avLst/>
          </a:prstGeom>
        </p:spPr>
      </p:pic>
      <p:pic>
        <p:nvPicPr>
          <p:cNvPr id="8" name="Kép 7" descr="A képen diagram, szöveg, Diagram, képernyőkép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40D1054D-5F73-F5C8-12FF-71643D1A1C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7451" y="3539753"/>
            <a:ext cx="3992745" cy="263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25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904F472-78C2-BAC6-6066-BF08E8DE2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Random Forest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497F108-0F6D-104D-D407-F89F2E383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sz="2400" b="1" dirty="0"/>
              <a:t>Az adathalmazt 80-20% </a:t>
            </a:r>
            <a:r>
              <a:rPr lang="hu-HU" sz="2400" b="1" dirty="0" err="1"/>
              <a:t>ban</a:t>
            </a:r>
            <a:r>
              <a:rPr lang="hu-HU" sz="2400" b="1" dirty="0"/>
              <a:t> osztottam ketté</a:t>
            </a:r>
          </a:p>
          <a:p>
            <a:r>
              <a:rPr lang="hu-HU" sz="2400" b="1" dirty="0"/>
              <a:t>300 </a:t>
            </a:r>
            <a:r>
              <a:rPr lang="hu-HU" sz="2400" b="1" dirty="0" err="1"/>
              <a:t>forests</a:t>
            </a:r>
            <a:endParaRPr lang="hu-HU" sz="2400" b="1" dirty="0"/>
          </a:p>
          <a:p>
            <a:r>
              <a:rPr lang="hu-HU" sz="2400" b="1" dirty="0"/>
              <a:t>A betanulást követően 97%-os tippelés</a:t>
            </a:r>
          </a:p>
          <a:p>
            <a:endParaRPr lang="hu-HU" dirty="0"/>
          </a:p>
          <a:p>
            <a:endParaRPr lang="hu-HU" sz="2400" b="1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9CD5BEE-D0D7-963E-7080-D72F6A8F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B7A52B9-A8AB-438E-B534-4C40C3A9E74F}" type="datetime1">
              <a:rPr lang="hu-HU" smtClean="0"/>
              <a:t>2025. 12. 08.</a:t>
            </a:fld>
            <a:endParaRPr lang="en-US"/>
          </a:p>
        </p:txBody>
      </p:sp>
      <p:pic>
        <p:nvPicPr>
          <p:cNvPr id="6" name="Kép 5" descr="A képen szöveg, képernyőkép, Betűtípus, szám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CBF02615-BA78-8492-A86E-8BEBE31E14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0392" y="561195"/>
            <a:ext cx="2734808" cy="2741838"/>
          </a:xfrm>
          <a:prstGeom prst="rect">
            <a:avLst/>
          </a:prstGeom>
        </p:spPr>
      </p:pic>
      <p:pic>
        <p:nvPicPr>
          <p:cNvPr id="8" name="Kép 7" descr="A képen szöveg, képernyőkép, sor, Diagram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8DAE36E9-0C1A-32EE-9C3E-870B10552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3963" y="3456770"/>
            <a:ext cx="3187666" cy="2537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44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24DD539-0A93-664B-BB03-EF82DD151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További metrikák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AEBAB58-01C5-ACC0-4D00-97B7614A9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3278952"/>
            <a:ext cx="10058400" cy="2673791"/>
          </a:xfrm>
        </p:spPr>
        <p:txBody>
          <a:bodyPr/>
          <a:lstStyle/>
          <a:p>
            <a:r>
              <a:rPr lang="hu-HU" sz="2400" b="1" dirty="0"/>
              <a:t>A tornyok elpusztítása a legfontosabb </a:t>
            </a:r>
          </a:p>
          <a:p>
            <a:r>
              <a:rPr lang="hu-HU" sz="2400" b="1" dirty="0"/>
              <a:t>Első </a:t>
            </a:r>
            <a:r>
              <a:rPr lang="hu-HU" sz="2400" b="1" dirty="0" err="1"/>
              <a:t>inhibítor</a:t>
            </a:r>
            <a:r>
              <a:rPr lang="hu-HU" sz="2400" b="1" dirty="0"/>
              <a:t> -&gt; többi inhibitor</a:t>
            </a:r>
          </a:p>
          <a:p>
            <a:r>
              <a:rPr lang="hu-HU" sz="2400" b="1" dirty="0"/>
              <a:t>A játékosok által </a:t>
            </a:r>
            <a:r>
              <a:rPr lang="hu-HU" sz="2400" b="1" dirty="0" err="1"/>
              <a:t>válsztott</a:t>
            </a:r>
            <a:r>
              <a:rPr lang="hu-HU" sz="2400" b="1" dirty="0"/>
              <a:t> karakterek nem számítanak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D4F5108-9135-860C-A058-4467CC23A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B7A52B9-A8AB-438E-B534-4C40C3A9E74F}" type="datetime1">
              <a:rPr lang="hu-HU" smtClean="0"/>
              <a:t>2025. 12. 08.</a:t>
            </a:fld>
            <a:endParaRPr lang="en-US"/>
          </a:p>
        </p:txBody>
      </p:sp>
      <p:pic>
        <p:nvPicPr>
          <p:cNvPr id="10" name="Kép 9" descr="A képen szöveg, képernyőkép, Betűtípus, szám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EAB2A8A8-15D9-E548-A867-E0D538C986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6794" y="642594"/>
            <a:ext cx="4422528" cy="314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74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58B88E3-1810-537F-2C7E-0E2677E7B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További lehetséges mérés ötletek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FA147AC-AB31-94F0-CCA1-72C466EAE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hu-HU" sz="1800" b="1" dirty="0"/>
              <a:t>A legfontosabb </a:t>
            </a:r>
            <a:r>
              <a:rPr lang="hu-HU" sz="1800" b="1" dirty="0" err="1"/>
              <a:t>feature-ök</a:t>
            </a:r>
            <a:r>
              <a:rPr lang="hu-HU" sz="1800" b="1" dirty="0"/>
              <a:t> listáján haladva elvenni az algoritmustól ezeket, hogy </a:t>
            </a:r>
            <a:r>
              <a:rPr lang="hu-HU" sz="1800" b="1" dirty="0" err="1"/>
              <a:t>észre</a:t>
            </a:r>
            <a:r>
              <a:rPr lang="hu-HU" sz="1800" b="1" dirty="0"/>
              <a:t> vesz-e más erősebb </a:t>
            </a:r>
            <a:r>
              <a:rPr lang="hu-HU" sz="1800" b="1" dirty="0" err="1"/>
              <a:t>correlációt</a:t>
            </a:r>
            <a:endParaRPr lang="hu-HU" sz="1800" b="1" dirty="0"/>
          </a:p>
          <a:p>
            <a:pPr>
              <a:lnSpc>
                <a:spcPct val="150000"/>
              </a:lnSpc>
            </a:pPr>
            <a:r>
              <a:rPr lang="hu-HU" sz="1800" b="1" dirty="0"/>
              <a:t>Eltávolítani azokat a </a:t>
            </a:r>
            <a:r>
              <a:rPr lang="hu-HU" sz="1800" b="1" dirty="0" err="1"/>
              <a:t>feature-öket</a:t>
            </a:r>
            <a:r>
              <a:rPr lang="hu-HU" sz="1800" b="1" dirty="0"/>
              <a:t>, amik meccs előtt nem ismertek, például meccshossz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A2F663C-F99F-4D8F-B263-65BE1A0A2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B7A52B9-A8AB-438E-B534-4C40C3A9E74F}" type="datetime1">
              <a:rPr lang="hu-HU" smtClean="0"/>
              <a:t>2025. 12. 08.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2153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FIVE">
      <a:dk1>
        <a:sysClr val="windowText" lastClr="000000"/>
      </a:dk1>
      <a:lt1>
        <a:sysClr val="window" lastClr="FFFFFF"/>
      </a:lt1>
      <a:dk2>
        <a:srgbClr val="505046"/>
      </a:dk2>
      <a:lt2>
        <a:srgbClr val="F5F6F4"/>
      </a:lt2>
      <a:accent1>
        <a:srgbClr val="57903F"/>
      </a:accent1>
      <a:accent2>
        <a:srgbClr val="F03F2B"/>
      </a:accent2>
      <a:accent3>
        <a:srgbClr val="3488A0"/>
      </a:accent3>
      <a:accent4>
        <a:srgbClr val="F8D22F"/>
      </a:accent4>
      <a:accent5>
        <a:srgbClr val="5CC6D6"/>
      </a:accent5>
      <a:accent6>
        <a:srgbClr val="B8D233"/>
      </a:accent6>
      <a:hlink>
        <a:srgbClr val="00B0F0"/>
      </a:hlink>
      <a:folHlink>
        <a:srgbClr val="B2B2B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824_TF78438558" id="{AB246F2A-2CBF-491E-A6C5-29DA362F2C33}" vid="{99588252-1777-460A-BE9C-614E107CF06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{F12EB1E8-08B4-481E-B56D-91EA36966ED5}TF8a9b5915-b8c7-461e-8cdd-693d48b5e323eb99ba26_win32-8fdced149d01</Template>
  <TotalTime>121</TotalTime>
  <Words>122</Words>
  <Application>Microsoft Office PowerPoint</Application>
  <PresentationFormat>Szélesvásznú</PresentationFormat>
  <Paragraphs>32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1" baseType="lpstr">
      <vt:lpstr>Calibri</vt:lpstr>
      <vt:lpstr>Century Gothic</vt:lpstr>
      <vt:lpstr>Garamond</vt:lpstr>
      <vt:lpstr>SavonVTI</vt:lpstr>
      <vt:lpstr>Random forest becslés</vt:lpstr>
      <vt:lpstr>League of Legends</vt:lpstr>
      <vt:lpstr>Kaggle adathalmaz</vt:lpstr>
      <vt:lpstr>Meccsek</vt:lpstr>
      <vt:lpstr>Random Forest</vt:lpstr>
      <vt:lpstr>További metrikák</vt:lpstr>
      <vt:lpstr>További lehetséges mérés ötletek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Légrádi Bence</dc:creator>
  <cp:lastModifiedBy>Légrádi Bence</cp:lastModifiedBy>
  <cp:revision>1</cp:revision>
  <dcterms:created xsi:type="dcterms:W3CDTF">2025-12-08T14:58:57Z</dcterms:created>
  <dcterms:modified xsi:type="dcterms:W3CDTF">2025-12-08T17:00:15Z</dcterms:modified>
</cp:coreProperties>
</file>